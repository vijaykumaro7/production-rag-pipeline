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6858000" y="-457200"/>
            <a:ext cx="3657600" cy="6400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7498080" y="-274320"/>
            <a:ext cx="2286000" cy="59436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57200"/>
            <a:ext cx="502920" cy="502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502920" cy="5029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0"/>
            <a:ext cx="594360" cy="5943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57200" y="960120"/>
            <a:ext cx="1645920" cy="292608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57200" y="960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PROJECT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1148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</a:t>
            </a:r>
            <a:endParaRPr lang="en-US" sz="5200" dirty="0"/>
          </a:p>
        </p:txBody>
      </p:sp>
      <p:sp>
        <p:nvSpPr>
          <p:cNvPr id="11" name="Text 6"/>
          <p:cNvSpPr/>
          <p:nvPr/>
        </p:nvSpPr>
        <p:spPr>
          <a:xfrm>
            <a:off x="411480" y="22402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5200" dirty="0"/>
          </a:p>
        </p:txBody>
      </p:sp>
      <p:sp>
        <p:nvSpPr>
          <p:cNvPr id="12" name="Text 7"/>
          <p:cNvSpPr/>
          <p:nvPr/>
        </p:nvSpPr>
        <p:spPr>
          <a:xfrm>
            <a:off x="41148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Retrieval-Augmented Generation  ·  RAGAS Evaluation  ·  Experiment Tracking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11480" y="3749040"/>
            <a:ext cx="1417320" cy="292608"/>
          </a:xfrm>
          <a:prstGeom prst="rect">
            <a:avLst>
              <a:gd name="adj" fmla="val 12500"/>
            </a:avLst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11480" y="37490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1984248" y="3749040"/>
            <a:ext cx="1417320" cy="292608"/>
          </a:xfrm>
          <a:prstGeom prst="rect">
            <a:avLst>
              <a:gd name="adj" fmla="val 12500"/>
            </a:avLst>
          </a:prstGeom>
          <a:solidFill>
            <a:srgbClr val="06B6D4">
              <a:alpha val="2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984248" y="37490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557016" y="3749040"/>
            <a:ext cx="1417320" cy="292608"/>
          </a:xfrm>
          <a:prstGeom prst="rect">
            <a:avLst>
              <a:gd name="adj" fmla="val 12500"/>
            </a:avLst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557016" y="37490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RAGAS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129784" y="3749040"/>
            <a:ext cx="1417320" cy="292608"/>
          </a:xfrm>
          <a:prstGeom prst="rect">
            <a:avLst>
              <a:gd name="adj" fmla="val 125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129784" y="37490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702552" y="3749040"/>
            <a:ext cx="1417320" cy="292608"/>
          </a:xfrm>
          <a:prstGeom prst="rect">
            <a:avLst>
              <a:gd name="adj" fmla="val 12500"/>
            </a:avLst>
          </a:prstGeom>
          <a:solidFill>
            <a:srgbClr val="F97316">
              <a:alpha val="20000"/>
            </a:srgbClr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702552" y="37490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11480" y="48920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Vijay Kumar  ·  github.com/VijayKumaro7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256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108960"/>
          </a:xfrm>
          <a:prstGeom prst="rect">
            <a:avLst/>
          </a:prstGeom>
          <a:solidFill>
            <a:srgbClr val="1A0A2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93192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574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842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LLMs hallucinate — generate plausible but wrong facts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4261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frozen at training cutoff 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374136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009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source attribution or traceability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07408" y="2651760"/>
            <a:ext cx="329184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487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3AED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931920" cy="3108960"/>
          </a:xfrm>
          <a:prstGeom prst="rect">
            <a:avLst/>
          </a:prstGeom>
          <a:solidFill>
            <a:srgbClr val="0A221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371600"/>
            <a:ext cx="3931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481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RAG Solution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1993392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85232" y="19842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Retrieves real documents at query time — no hallucination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651760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85232" y="264261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stays current — just add new docs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3101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85232" y="33009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answer cites its source documents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6576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365760" y="4956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Metrics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56032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3"/>
          <p:cNvSpPr/>
          <p:nvPr/>
        </p:nvSpPr>
        <p:spPr>
          <a:xfrm>
            <a:off x="2560320" y="4956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75488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30" name="Text 25"/>
          <p:cNvSpPr/>
          <p:nvPr/>
        </p:nvSpPr>
        <p:spPr>
          <a:xfrm>
            <a:off x="4754880" y="4956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Questions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94944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2800" dirty="0"/>
          </a:p>
        </p:txBody>
      </p:sp>
      <p:sp>
        <p:nvSpPr>
          <p:cNvPr id="32" name="Text 27"/>
          <p:cNvSpPr/>
          <p:nvPr/>
        </p:nvSpPr>
        <p:spPr>
          <a:xfrm>
            <a:off x="6949440" y="4956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Providers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256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234440" cy="13716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12344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664208"/>
            <a:ext cx="484632" cy="484632"/>
          </a:xfrm>
          <a:prstGeom prst="ellipse">
            <a:avLst/>
          </a:prstGeom>
          <a:solidFill>
            <a:srgbClr val="7C3AED">
              <a:alpha val="25000"/>
            </a:srgbClr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37360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231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24871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/ TXT / DOCX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581912" y="21031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20116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783080" y="1508760"/>
            <a:ext cx="1234440" cy="13716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783080" y="1508760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57984" y="1664208"/>
            <a:ext cx="484632" cy="484632"/>
          </a:xfrm>
          <a:prstGeom prst="ellipse">
            <a:avLst/>
          </a:prstGeom>
          <a:solidFill>
            <a:srgbClr val="06B6D4">
              <a:alpha val="25000"/>
            </a:srgbClr>
          </a:solidFill>
          <a:ln w="10160">
            <a:solidFill>
              <a:srgbClr val="06B6D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737360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83080" y="2231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783080" y="24871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 / Fixed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044952" y="21031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081528" y="20116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246120" y="1508760"/>
            <a:ext cx="1234440" cy="13716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46120" y="1508760"/>
            <a:ext cx="12344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21024" y="1664208"/>
            <a:ext cx="484632" cy="484632"/>
          </a:xfrm>
          <a:prstGeom prst="ellipse">
            <a:avLst/>
          </a:prstGeom>
          <a:solidFill>
            <a:srgbClr val="F59E0B">
              <a:alpha val="25000"/>
            </a:srgbClr>
          </a:solidFill>
          <a:ln w="10160">
            <a:solidFill>
              <a:srgbClr val="F59E0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1737360"/>
            <a:ext cx="338328" cy="3383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246120" y="2231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246120" y="24871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MiniLM / ada-002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507992" y="21031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44568" y="20116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4709160" y="1508760"/>
            <a:ext cx="1234440" cy="13716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09160" y="1508760"/>
            <a:ext cx="12344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084064" y="1664208"/>
            <a:ext cx="484632" cy="484632"/>
          </a:xfrm>
          <a:prstGeom prst="ellipse">
            <a:avLst/>
          </a:prstGeom>
          <a:solidFill>
            <a:srgbClr val="10B981">
              <a:alpha val="25000"/>
            </a:srgbClr>
          </a:solidFill>
          <a:ln w="10160">
            <a:solidFill>
              <a:srgbClr val="10B981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1737360"/>
            <a:ext cx="338328" cy="33832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709160" y="2231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709160" y="24871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 / FAISS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5971032" y="21031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007608" y="20116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6172200" y="1508760"/>
            <a:ext cx="1234440" cy="13716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172200" y="1508760"/>
            <a:ext cx="123444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547104" y="1664208"/>
            <a:ext cx="484632" cy="484632"/>
          </a:xfrm>
          <a:prstGeom prst="ellipse">
            <a:avLst/>
          </a:prstGeom>
          <a:solidFill>
            <a:srgbClr val="F43F5E">
              <a:alpha val="25000"/>
            </a:srgbClr>
          </a:solidFill>
          <a:ln w="10160">
            <a:solidFill>
              <a:srgbClr val="F43F5E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1737360"/>
            <a:ext cx="338328" cy="33832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172200" y="2231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6172200" y="24871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/ MMR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7434072" y="21031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470648" y="20116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7635240" y="1508760"/>
            <a:ext cx="1234440" cy="13716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7635240" y="1508760"/>
            <a:ext cx="12344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8010144" y="1664208"/>
            <a:ext cx="484632" cy="484632"/>
          </a:xfrm>
          <a:prstGeom prst="ellipse">
            <a:avLst/>
          </a:prstGeom>
          <a:solidFill>
            <a:srgbClr val="06B6D4">
              <a:alpha val="25000"/>
            </a:srgbClr>
          </a:solidFill>
          <a:ln w="10160">
            <a:solidFill>
              <a:srgbClr val="06B6D4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1737360"/>
            <a:ext cx="338328" cy="33832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7635240" y="2231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7635240" y="24871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GPT-3.5 / Mistral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320040" y="3200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FLOW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320040" y="3493008"/>
            <a:ext cx="1234440" cy="475488"/>
          </a:xfrm>
          <a:prstGeom prst="rect">
            <a:avLst>
              <a:gd name="adj" fmla="val 11538"/>
            </a:avLst>
          </a:prstGeom>
          <a:solidFill>
            <a:srgbClr val="06B6D4">
              <a:alpha val="15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32004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50" dirty="0"/>
          </a:p>
        </p:txBody>
      </p:sp>
      <p:sp>
        <p:nvSpPr>
          <p:cNvPr id="54" name="Text 46"/>
          <p:cNvSpPr/>
          <p:nvPr/>
        </p:nvSpPr>
        <p:spPr>
          <a:xfrm>
            <a:off x="1527048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1783080" y="3493008"/>
            <a:ext cx="1234440" cy="475488"/>
          </a:xfrm>
          <a:prstGeom prst="rect">
            <a:avLst>
              <a:gd name="adj" fmla="val 11538"/>
            </a:avLst>
          </a:prstGeom>
          <a:solidFill>
            <a:srgbClr val="7C3AED">
              <a:alpha val="1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178308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950" dirty="0"/>
          </a:p>
        </p:txBody>
      </p:sp>
      <p:sp>
        <p:nvSpPr>
          <p:cNvPr id="57" name="Text 49"/>
          <p:cNvSpPr/>
          <p:nvPr/>
        </p:nvSpPr>
        <p:spPr>
          <a:xfrm>
            <a:off x="2990088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3246120" y="3493008"/>
            <a:ext cx="1234440" cy="475488"/>
          </a:xfrm>
          <a:prstGeom prst="rect">
            <a:avLst>
              <a:gd name="adj" fmla="val 11538"/>
            </a:avLst>
          </a:prstGeom>
          <a:solidFill>
            <a:srgbClr val="F59E0B">
              <a:alpha val="1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324612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Retrieve</a:t>
            </a:r>
            <a:endParaRPr lang="en-US" sz="950" dirty="0"/>
          </a:p>
        </p:txBody>
      </p:sp>
      <p:sp>
        <p:nvSpPr>
          <p:cNvPr id="60" name="Text 52"/>
          <p:cNvSpPr/>
          <p:nvPr/>
        </p:nvSpPr>
        <p:spPr>
          <a:xfrm>
            <a:off x="4453128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61" name="Shape 53"/>
          <p:cNvSpPr/>
          <p:nvPr/>
        </p:nvSpPr>
        <p:spPr>
          <a:xfrm>
            <a:off x="4709160" y="3493008"/>
            <a:ext cx="1234440" cy="475488"/>
          </a:xfrm>
          <a:prstGeom prst="rect">
            <a:avLst>
              <a:gd name="adj" fmla="val 11538"/>
            </a:avLst>
          </a:prstGeom>
          <a:solidFill>
            <a:srgbClr val="F97316">
              <a:alpha val="15000"/>
            </a:srgbClr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470916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950" dirty="0"/>
          </a:p>
        </p:txBody>
      </p:sp>
      <p:sp>
        <p:nvSpPr>
          <p:cNvPr id="63" name="Text 55"/>
          <p:cNvSpPr/>
          <p:nvPr/>
        </p:nvSpPr>
        <p:spPr>
          <a:xfrm>
            <a:off x="5916168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64" name="Shape 56"/>
          <p:cNvSpPr/>
          <p:nvPr/>
        </p:nvSpPr>
        <p:spPr>
          <a:xfrm>
            <a:off x="6172200" y="3493008"/>
            <a:ext cx="1234440" cy="475488"/>
          </a:xfrm>
          <a:prstGeom prst="rect">
            <a:avLst>
              <a:gd name="adj" fmla="val 11538"/>
            </a:avLst>
          </a:prstGeom>
          <a:solidFill>
            <a:srgbClr val="10B981">
              <a:alpha val="15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617220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950" dirty="0"/>
          </a:p>
        </p:txBody>
      </p:sp>
      <p:sp>
        <p:nvSpPr>
          <p:cNvPr id="66" name="Text 58"/>
          <p:cNvSpPr/>
          <p:nvPr/>
        </p:nvSpPr>
        <p:spPr>
          <a:xfrm>
            <a:off x="7379208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67" name="Shape 59"/>
          <p:cNvSpPr/>
          <p:nvPr/>
        </p:nvSpPr>
        <p:spPr>
          <a:xfrm>
            <a:off x="7635240" y="3493008"/>
            <a:ext cx="1234440" cy="475488"/>
          </a:xfrm>
          <a:prstGeom prst="rect">
            <a:avLst>
              <a:gd name="adj" fmla="val 11538"/>
            </a:avLst>
          </a:prstGeom>
          <a:solidFill>
            <a:srgbClr val="F43F5E">
              <a:alpha val="15000"/>
            </a:srgbClr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763524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Check</a:t>
            </a:r>
            <a:endParaRPr lang="en-US" sz="950" dirty="0"/>
          </a:p>
        </p:txBody>
      </p:sp>
      <p:sp>
        <p:nvSpPr>
          <p:cNvPr id="69" name="Shape 61"/>
          <p:cNvSpPr/>
          <p:nvPr/>
        </p:nvSpPr>
        <p:spPr>
          <a:xfrm>
            <a:off x="320040" y="4206240"/>
            <a:ext cx="2743200" cy="292608"/>
          </a:xfrm>
          <a:prstGeom prst="rect">
            <a:avLst>
              <a:gd name="adj" fmla="val 12500"/>
            </a:avLst>
          </a:prstGeom>
          <a:solidFill>
            <a:srgbClr val="7C3AED">
              <a:alpha val="1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320040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Optional: Query Expansion</a:t>
            </a:r>
            <a:endParaRPr lang="en-US" sz="900" dirty="0"/>
          </a:p>
        </p:txBody>
      </p:sp>
      <p:sp>
        <p:nvSpPr>
          <p:cNvPr id="71" name="Shape 63"/>
          <p:cNvSpPr/>
          <p:nvPr/>
        </p:nvSpPr>
        <p:spPr>
          <a:xfrm>
            <a:off x="3264408" y="4206240"/>
            <a:ext cx="2743200" cy="292608"/>
          </a:xfrm>
          <a:prstGeom prst="rect">
            <a:avLst>
              <a:gd name="adj" fmla="val 12500"/>
            </a:avLst>
          </a:prstGeom>
          <a:solidFill>
            <a:srgbClr val="F59E0B">
              <a:alpha val="1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3264408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Optional: CrossEncoder Reranking</a:t>
            </a:r>
            <a:endParaRPr lang="en-US" sz="900" dirty="0"/>
          </a:p>
        </p:txBody>
      </p:sp>
      <p:sp>
        <p:nvSpPr>
          <p:cNvPr id="73" name="Shape 65"/>
          <p:cNvSpPr/>
          <p:nvPr/>
        </p:nvSpPr>
        <p:spPr>
          <a:xfrm>
            <a:off x="6208776" y="4206240"/>
            <a:ext cx="2743200" cy="292608"/>
          </a:xfrm>
          <a:prstGeom prst="rect">
            <a:avLst>
              <a:gd name="adj" fmla="val 12500"/>
            </a:avLst>
          </a:prstGeom>
          <a:solidFill>
            <a:srgbClr val="F43F5E">
              <a:alpha val="10000"/>
            </a:srgbClr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6208776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Hallucination Detection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256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538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764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pipeline modules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63240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ingestion.py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636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embeddings.py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856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retrieval.py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2075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generation.py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63240" y="2295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pipeline.py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54864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68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2679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RAGAS scoring &amp; QA 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63240" y="2331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ragas_eval.py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2551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test_questions.json (20 QA)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54864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82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experiments/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593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Hyperparameter search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63240" y="3246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experiment_runner.py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54864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1970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4507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dashboard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6324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streamlit_app.py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371600"/>
            <a:ext cx="2743200" cy="34747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37160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463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Files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99632" y="19659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9110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config.yaml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9632" y="2350008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295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9632" y="2734056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679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9632" y="311810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9632" y="350215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447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create_sample_data.py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32" y="38862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8313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9632" y="427024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2153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notebooks/analysis.ipynb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files  ·  Clean modular design  ·  PEP8 compliant  ·  Full docstrings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256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438912" cy="438912"/>
          </a:xfrm>
          <a:prstGeom prst="ellipse">
            <a:avLst/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1848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5544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207568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PDF, TXT, DOCX support with 3 chunking strategies — fixed, recursive, sentence-based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417320"/>
            <a:ext cx="274320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417320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1554480"/>
            <a:ext cx="438912" cy="438912"/>
          </a:xfrm>
          <a:prstGeom prst="ellipse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61848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5544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Vector Stores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383280" y="207568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ChromaDB (persistent) + FAISS with automatic load-or-build logic via config.yaml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72200" y="1417320"/>
            <a:ext cx="274320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41732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554480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61848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39712" y="15544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Retrieval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309360" y="207568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Similarity search and MMR with configurable top-K and lambda diversity factor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3108960"/>
            <a:ext cx="274320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10896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3246120"/>
            <a:ext cx="438912" cy="438912"/>
          </a:xfrm>
          <a:prstGeom prst="ellipse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310128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87552" y="32461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CrossEncoder Reranking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3767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Optional re-ranking with ms-marco CrossEncoder for precision boost post-retrieval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46120" y="3108960"/>
            <a:ext cx="274320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3108960"/>
            <a:ext cx="27432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83280" y="3246120"/>
            <a:ext cx="438912" cy="438912"/>
          </a:xfrm>
          <a:prstGeom prst="ellipse">
            <a:avLst/>
          </a:prstGeom>
          <a:solidFill>
            <a:srgbClr val="F97316">
              <a:alpha val="20000"/>
            </a:srgbClr>
          </a:solidFill>
          <a:ln w="10160">
            <a:solidFill>
              <a:srgbClr val="F9731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31012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13632" y="32461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3383280" y="3767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rewrites ambiguous queries before embedding for better retrieval recall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72200" y="3108960"/>
            <a:ext cx="274320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72200" y="3108960"/>
            <a:ext cx="27432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09360" y="3246120"/>
            <a:ext cx="438912" cy="438912"/>
          </a:xfrm>
          <a:prstGeom prst="ellipse">
            <a:avLst/>
          </a:prstGeom>
          <a:solidFill>
            <a:srgbClr val="F43F5E">
              <a:alpha val="20000"/>
            </a:srgbClr>
          </a:solidFill>
          <a:ln w="10160">
            <a:solidFill>
              <a:srgbClr val="F43F5E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310128"/>
            <a:ext cx="310896" cy="31089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39712" y="32461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309360" y="3767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Faithfulness score threshold flags potentially hallucinated answers in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256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Evaluation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93392" cy="283464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9933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554480"/>
            <a:ext cx="749808" cy="749808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6916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39572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1148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33375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Answers grounded in retrieved context — no hallucination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68880" y="1371600"/>
            <a:ext cx="1993392" cy="283464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1371600"/>
            <a:ext cx="199339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90672" y="1554480"/>
            <a:ext cx="749808" cy="749808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16916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68880" y="239572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3800" dirty="0"/>
          </a:p>
        </p:txBody>
      </p:sp>
      <p:sp>
        <p:nvSpPr>
          <p:cNvPr id="17" name="Text 13"/>
          <p:cNvSpPr/>
          <p:nvPr/>
        </p:nvSpPr>
        <p:spPr>
          <a:xfrm>
            <a:off x="256032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60320" y="33375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Generated answer directly addresses the question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17720" y="1371600"/>
            <a:ext cx="1993392" cy="283464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17720" y="1371600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39512" y="1554480"/>
            <a:ext cx="749808" cy="74980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6916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17720" y="239572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3800" dirty="0"/>
          </a:p>
        </p:txBody>
      </p:sp>
      <p:sp>
        <p:nvSpPr>
          <p:cNvPr id="24" name="Text 19"/>
          <p:cNvSpPr/>
          <p:nvPr/>
        </p:nvSpPr>
        <p:spPr>
          <a:xfrm>
            <a:off x="470916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709160" y="33375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Retrieved chunks are relevant, not noisy distractors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766560" y="1371600"/>
            <a:ext cx="1993392" cy="283464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766560" y="1371600"/>
            <a:ext cx="19933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88352" y="1554480"/>
            <a:ext cx="749808" cy="74980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69164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66560" y="239572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3800" dirty="0"/>
          </a:p>
        </p:txBody>
      </p:sp>
      <p:sp>
        <p:nvSpPr>
          <p:cNvPr id="31" name="Text 25"/>
          <p:cNvSpPr/>
          <p:nvPr/>
        </p:nvSpPr>
        <p:spPr>
          <a:xfrm>
            <a:off x="685800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858000" y="33375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contains all info needed to answer correctly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20040" y="4343400"/>
            <a:ext cx="8503920" cy="65836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502920" y="4434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Pipeline: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389888" y="4434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20 golden QA pairs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2688336" y="44348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2944368" y="4434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each through pipeline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242816" y="44348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4498848" y="4434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 answer + contexts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5797296" y="44348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6053328" y="4434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with RAGAS LLM judge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7351776" y="44348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7607808" y="4434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JSON report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256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Experiments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3977640"/>
            <a:ext cx="73152" cy="91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386791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7132320" cy="45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337560"/>
            <a:ext cx="73152" cy="91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32278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7132320" cy="45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97480"/>
            <a:ext cx="73152" cy="91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5877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7132320" cy="45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057400"/>
            <a:ext cx="73152" cy="91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947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057400"/>
            <a:ext cx="7132320" cy="45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1417320"/>
            <a:ext cx="73152" cy="91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307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1417320"/>
            <a:ext cx="7132320" cy="45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1878178"/>
            <a:ext cx="164592" cy="209946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165872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69264" y="1954987"/>
            <a:ext cx="164592" cy="202265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1735531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207008" y="2083003"/>
            <a:ext cx="164592" cy="189463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1863547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444752" y="2159813"/>
            <a:ext cx="164592" cy="181782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1940357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31520" y="403250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02536" y="1647749"/>
            <a:ext cx="164592" cy="232989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1428293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240280" y="1724558"/>
            <a:ext cx="164592" cy="225308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03704" y="150510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478024" y="1852574"/>
            <a:ext cx="164592" cy="212506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41448" y="163311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15768" y="1954987"/>
            <a:ext cx="164592" cy="202265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9192" y="1735531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002536" y="403250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73552" y="1775765"/>
            <a:ext cx="164592" cy="220187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36976" y="1556309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511296" y="1826971"/>
            <a:ext cx="164592" cy="2150669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1607515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49040" y="1929384"/>
            <a:ext cx="164592" cy="20482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12464" y="170992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986784" y="1878178"/>
            <a:ext cx="164592" cy="209946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50208" y="165872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73552" y="403250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" y="432511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Size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52160" y="1490472"/>
            <a:ext cx="201168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99048" y="141732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Faithfulness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69480" y="1490472"/>
            <a:ext cx="201168" cy="1463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16368" y="141732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Ans. Relevancy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52160" y="1874520"/>
            <a:ext cx="201168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99048" y="18013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 Precision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69480" y="1874520"/>
            <a:ext cx="20116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16368" y="18013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 Recall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57200" y="46634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 Key Finding: chunk_size=512 with top_k=4 delivers the best balanced RAGAS score (mean=0.853) across all metrics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256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93392" cy="22860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99339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572768"/>
            <a:ext cx="749808" cy="749808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7099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24231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2834640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Conversational Q&amp;A with source attribution, latency display, and conversation history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1417320"/>
            <a:ext cx="1993392" cy="22860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417320"/>
            <a:ext cx="199339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90672" y="1572768"/>
            <a:ext cx="749808" cy="749808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170992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78608" y="24231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Dashboard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578608" y="2834640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session stats — avg latency, faithfulness score, queries/session, sources per query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17720" y="1417320"/>
            <a:ext cx="1993392" cy="22860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1417320"/>
            <a:ext cx="199339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39512" y="1572768"/>
            <a:ext cx="749808" cy="749808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70992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27448" y="24231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Comparison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27448" y="2834640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Plotly bar + radar charts comparing RAGAS scores across all experiment runs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66560" y="1417320"/>
            <a:ext cx="1993392" cy="22860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0" y="1417320"/>
            <a:ext cx="199339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88352" y="1572768"/>
            <a:ext cx="749808" cy="749808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0992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76288" y="24231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Viewer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76288" y="2834640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Inspect each retrieved chunk with relevance score, chunk ID, and source filename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0040" y="3822192"/>
            <a:ext cx="8503920" cy="98755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502920" y="38953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Configuration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02920" y="4315968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85800" y="4242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Provider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2606040" y="4315968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788920" y="4242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Model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709160" y="4315968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892040" y="4242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Top-K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812280" y="4315968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995160" y="4242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Size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02920" y="4645152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858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Method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2606040" y="4645152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278892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709160" y="4645152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89204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Expansion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6812280" y="4645152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99516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Reranking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5577840" y="4480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launch: streamlit run app/streamlit_app.py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256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" y="1847088"/>
            <a:ext cx="54864" cy="21945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810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LangChain 0.2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" y="2194560"/>
            <a:ext cx="54864" cy="21945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157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LangChain-Community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4408" y="1371600"/>
            <a:ext cx="274320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371600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463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1847088"/>
            <a:ext cx="54864" cy="219456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1810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OpenAI GPT-3.5/4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29000" y="2194560"/>
            <a:ext cx="54864" cy="219456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2157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Ollama (Mistral)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29000" y="2542032"/>
            <a:ext cx="54864" cy="219456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5304" y="25054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Gemini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08776" y="1371600"/>
            <a:ext cx="274320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08776" y="137160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1463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73368" y="1847088"/>
            <a:ext cx="54864" cy="219456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1810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HF MiniLM-L6-v2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73368" y="2194560"/>
            <a:ext cx="54864" cy="219456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2157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OpenAI ada-002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154680"/>
            <a:ext cx="274320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15468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STORES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" y="3630168"/>
            <a:ext cx="54864" cy="219456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593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ChromaDB 0.5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" y="3977640"/>
            <a:ext cx="54864" cy="219456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" y="39410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FAISS-CPU 1.8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64408" y="3154680"/>
            <a:ext cx="274320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64408" y="3154680"/>
            <a:ext cx="27432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29000" y="3630168"/>
            <a:ext cx="54864" cy="219456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75304" y="3593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RAGAS 0.1.18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429000" y="3977640"/>
            <a:ext cx="54864" cy="219456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75304" y="39410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HuggingFace Datasets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08776" y="3154680"/>
            <a:ext cx="274320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08776" y="3154680"/>
            <a:ext cx="27432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TRACKING &amp; UI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73368" y="3630168"/>
            <a:ext cx="54864" cy="219456"/>
          </a:xfrm>
          <a:prstGeom prst="rect">
            <a:avLst/>
          </a:prstGeom>
          <a:solidFill>
            <a:srgbClr val="F43F5E">
              <a:alpha val="6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9672" y="3593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MLflow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373368" y="3977640"/>
            <a:ext cx="54864" cy="219456"/>
          </a:xfrm>
          <a:prstGeom prst="rect">
            <a:avLst/>
          </a:prstGeom>
          <a:solidFill>
            <a:srgbClr val="F43F5E">
              <a:alpha val="6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9672" y="39410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373368" y="4325112"/>
            <a:ext cx="54864" cy="219456"/>
          </a:xfrm>
          <a:prstGeom prst="rect">
            <a:avLst/>
          </a:prstGeom>
          <a:solidFill>
            <a:srgbClr val="F43F5E">
              <a:alpha val="6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9672" y="42885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Plotly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6217920" y="-274320"/>
            <a:ext cx="3657600" cy="6400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28032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2560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21208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447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 RAGAS 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1755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+11% vs 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521208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0280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134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Faithfulness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2624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hallucination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521208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0896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821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 Query Latency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843ms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286000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reranking 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521208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77640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507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Coverage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86000" y="4361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dataset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3258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88" y="1783080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236208" y="1746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Modular RAG pipeline (5 core modules)</a:t>
            </a:r>
            <a:endParaRPr lang="en-US" sz="10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2267712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236208" y="22311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RAGAS evaluation on 4 metrics</a:t>
            </a:r>
            <a:endParaRPr lang="en-US" sz="10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752344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236208" y="2715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experiment suites + MLflow logging</a:t>
            </a:r>
            <a:endParaRPr lang="en-US" sz="10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236976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236208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dashboard (4 tabs)</a:t>
            </a:r>
            <a:endParaRPr lang="en-US" sz="105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3721608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236208" y="3685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Mermaid architecture in README</a:t>
            </a:r>
            <a:endParaRPr lang="en-US" sz="10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4206240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36208" y="41696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GitHub-ready with .gitignore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365760" y="4572000"/>
            <a:ext cx="84124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02920" y="4663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github.com/VijayKumaro7/rag-pipeline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5120640" y="4663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app/streamlit_app.py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RAG Pipeline</dc:title>
  <dc:subject>PptxGenJS Presentation</dc:subject>
  <dc:creator>PptxGenJS</dc:creator>
  <cp:lastModifiedBy>PptxGenJS</cp:lastModifiedBy>
  <cp:revision>1</cp:revision>
  <dcterms:created xsi:type="dcterms:W3CDTF">2026-02-26T16:46:30Z</dcterms:created>
  <dcterms:modified xsi:type="dcterms:W3CDTF">2026-02-26T16:46:30Z</dcterms:modified>
</cp:coreProperties>
</file>